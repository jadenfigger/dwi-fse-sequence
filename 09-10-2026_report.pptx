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B63845-327F-4A3D-BE83-BA200AEE6E98}">
  <a:tblStyle styleId="{54B63845-327F-4A3D-BE83-BA200AEE6E9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aa12a0d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aa12a0d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aa12a0d63_5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aa12a0d63_5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aa12a0d63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aa12a0d63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aa12a0d63_5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aa12a0d63_5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aa12a0d63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aa12a0d63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952500" y="71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{54B63845-327F-4A3D-BE83-BA200AEE6E98}</a:tableStyleId>
              </a:tblPr>
              <a:tblGrid>
                <a:gridCol w="3619500"/>
                <a:gridCol w="3619500"/>
              </a:tblGrid>
              <a:tr h="49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 / TE / ESP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2000 ms / 34 ms / 15 ms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ETL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5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r>
                        <a:rPr lang="en"/>
                        <a:t>-values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100, 200, 300, 400, 500, 600, 700, 800, 900, 1000, 1500, 2000, 2500, 3000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Direction (x,y,z)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(1,0,0)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Delta / delta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 ms / 4 ms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tcrush / diff_tcrush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2000 us / 2000 us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nav_on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" name="Google Shape;59;p14"/>
          <p:cNvGraphicFramePr/>
          <p:nvPr/>
        </p:nvGraphicFramePr>
        <p:xfrm>
          <a:off x="788963" y="369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{54B63845-327F-4A3D-BE83-BA200AEE6E98}</a:tableStyleId>
              </a:tblPr>
              <a:tblGrid>
                <a:gridCol w="2246675"/>
                <a:gridCol w="2632750"/>
                <a:gridCol w="2686625"/>
              </a:tblGrid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Direction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ADC (excluding s0)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ADC % difference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Positive 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1.9067e-03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r>
                        <a:rPr lang="en"/>
                        <a:t>3.51%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Negative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x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</a:t>
                      </a:r>
                      <a:r>
                        <a:rPr lang="en"/>
                        <a:t>7345</a:t>
                      </a:r>
                      <a:r>
                        <a:rPr lang="en"/>
                        <a:t>e-03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-5.83%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Positive 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1.8494e-03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+0.40%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Negative 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1.8202e-03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-1.18%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Positive z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1.9118e-03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+3.79%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Negative z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1.8292e-03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-0.69%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55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Mean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1.8420e-03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title="b0.png"/>
          <p:cNvPicPr preferRelativeResize="0"/>
          <p:nvPr/>
        </p:nvPicPr>
        <p:blipFill rotWithShape="1">
          <a:blip r:embed="rId3">
            <a:alphaModFix/>
          </a:blip>
          <a:srcRect b="1127" l="0" r="0" t="0"/>
          <a:stretch/>
        </p:blipFill>
        <p:spPr>
          <a:xfrm>
            <a:off x="149800" y="203763"/>
            <a:ext cx="4405988" cy="4120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5" title="b100.png"/>
          <p:cNvPicPr preferRelativeResize="0"/>
          <p:nvPr/>
        </p:nvPicPr>
        <p:blipFill rotWithShape="1">
          <a:blip r:embed="rId4">
            <a:alphaModFix/>
          </a:blip>
          <a:srcRect b="0" l="4758" r="1398" t="0"/>
          <a:stretch/>
        </p:blipFill>
        <p:spPr>
          <a:xfrm>
            <a:off x="4626370" y="203763"/>
            <a:ext cx="4367830" cy="41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1986050" y="4394938"/>
            <a:ext cx="7335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b=0</a:t>
            </a:r>
            <a:endParaRPr b="1" sz="2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6242238" y="4394938"/>
            <a:ext cx="11361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b=100</a:t>
            </a:r>
            <a:endParaRPr b="1" sz="2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2228" y="912163"/>
            <a:ext cx="4222071" cy="331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713" y="912175"/>
            <a:ext cx="4222071" cy="3319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325" y="152400"/>
            <a:ext cx="754334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Temp in room to know the true ADC value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Calculate the true b-values given the FSE sequence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Determine cause of s0 artifact (only surface coil)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At what b-value does the s0 artifact disappear?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